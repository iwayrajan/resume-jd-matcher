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62"/>
          </a:solidFill>
          <a:ln/>
        </p:spPr>
      </p:sp>
      <p:pic>
        <p:nvPicPr>
          <p:cNvPr id="3" name="Image 0" descr="/home/claude/resume-jd-matcher/presentation/icons_targe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0085832" y="54864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2860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 / JD Matcher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822960" y="324612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ATS-Style Match Scoring and Gap Analysis System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3886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8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[Mini Project]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5943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[Student Name]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[College Name]  |  [2025-2026]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6400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systems filter resumes before a human ever sees them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rarely know how well their resume actually matches a specific job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resume advice doesn't say what to fix for *this* job posting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opaque "AI score" isn't actionable — it needs to say why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206240" cy="3291840"/>
          </a:xfrm>
          <a:prstGeom prst="roundRect">
            <a:avLst>
              <a:gd name="adj" fmla="val 3333"/>
            </a:avLst>
          </a:prstGeom>
          <a:solidFill>
            <a:srgbClr val="F5F6F7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0" y="2057400"/>
            <a:ext cx="731520" cy="73152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6" name="Image 0" descr="/home/claude/resume-jd-matcher/presentation/icons_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5552" y="2130552"/>
            <a:ext cx="585216" cy="5852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0" y="297180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B3D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“Why did my application get rejected before anyone even read it?”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685800" cy="68580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4" name="Image 0" descr="/home/claude/resume-jd-matcher/presentation/icons_extr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171450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554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 structured data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463040" y="19659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both resume and JD into comparable structured fields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0" y="1645920"/>
            <a:ext cx="685800" cy="68580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8" name="Image 1" descr="/home/claude/resume-jd-matcher/presentation/icons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380" y="1714500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0" y="1554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 skills, not just words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315200" y="19659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+ semantic matching so equivalent phrasing counts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3337560"/>
            <a:ext cx="685800" cy="68580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12" name="Image 2" descr="/home/claude/resume-jd-matcher/presentation/icons_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3406140"/>
            <a:ext cx="548640" cy="5486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246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transparently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63040" y="36576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overall score, built from four named components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400800" y="3337560"/>
            <a:ext cx="685800" cy="68580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16" name="Image 3" descr="/home/claude/resume-jd-matcher/presentation/icons_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380" y="3406140"/>
            <a:ext cx="548640" cy="5486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315200" y="32461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specific feedback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7315200" y="36576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suggestions, not generic resume advice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data first, then score and generate feedback from it</a:t>
            </a:r>
            <a:endParaRPr lang="en-US" sz="1400" dirty="0"/>
          </a:p>
        </p:txBody>
      </p:sp>
      <p:pic>
        <p:nvPicPr>
          <p:cNvPr id="4" name="Image 0" descr="/home/claude/resume-jd-matcher/presentation/architectur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4912" y="1737360"/>
            <a:ext cx="6739128" cy="3172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score is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named, weighted components — not one opaque model judgement</a:t>
            </a:r>
            <a:endParaRPr lang="en-US" sz="1400" dirty="0"/>
          </a:p>
        </p:txBody>
      </p:sp>
      <p:pic>
        <p:nvPicPr>
          <p:cNvPr id="4" name="Image 0" descr="/home/claude/resume-jd-matcher/presentation/scoring_methodology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645920"/>
            <a:ext cx="8138160" cy="3831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5" name="Image 0" descr="/home/claude/resume-jd-matcher/presentation/icons_pyth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183794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31520" y="2880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410712" y="15544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39312" y="1783080"/>
            <a:ext cx="548640" cy="54864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10" name="Image 1" descr="/home/claude/resume-jd-matcher/presentation/icons_lay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3794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93592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3593592" y="2880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+ score dashboard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272784" y="15544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1384" y="1783080"/>
            <a:ext cx="548640" cy="54864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15" name="Image 2" descr="/home/claude/resume-jd-matcher/presentation/icons_ex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183794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55664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pymupdf4llm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55664" y="2880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resume parsing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9134856" y="15544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63456" y="1783080"/>
            <a:ext cx="548640" cy="54864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20" name="Image 3" descr="/home/claude/resume-jd-matcher/presentation/icons_bo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1837944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317736" y="24231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python-docx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9317736" y="28803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resume parsing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548640" y="36118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3840480"/>
            <a:ext cx="548640" cy="54864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25" name="Image 4" descr="/home/claude/resume-jd-matcher/presentation/icons_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389534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" y="4480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sentence-transformers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731520" y="4937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skill matching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3410712" y="36118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3639312" y="3840480"/>
            <a:ext cx="548640" cy="54864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30" name="Image 5" descr="/home/claude/resume-jd-matcher/presentation/icons_chu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9534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3593592" y="4480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Plotly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3593592" y="4937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breakdown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6272784" y="36118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6501384" y="3840480"/>
            <a:ext cx="548640" cy="54864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35" name="Image 6" descr="/home/claude/resume-jd-matcher/presentation/icons_bol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6248" y="3895344"/>
            <a:ext cx="438912" cy="438912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455664" y="4480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Groq API</a:t>
            </a:r>
            <a:endParaRPr lang="en-US" sz="1250" dirty="0"/>
          </a:p>
        </p:txBody>
      </p:sp>
      <p:sp>
        <p:nvSpPr>
          <p:cNvPr id="37" name="Text 28"/>
          <p:cNvSpPr/>
          <p:nvPr/>
        </p:nvSpPr>
        <p:spPr>
          <a:xfrm>
            <a:off x="6455664" y="4937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+ feedback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9134856" y="3611880"/>
            <a:ext cx="26060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363456" y="3840480"/>
            <a:ext cx="548640" cy="548640"/>
          </a:xfrm>
          <a:prstGeom prst="ellipse">
            <a:avLst/>
          </a:prstGeom>
          <a:solidFill>
            <a:srgbClr val="0B3D62"/>
          </a:solidFill>
          <a:ln/>
        </p:spPr>
      </p:sp>
      <p:pic>
        <p:nvPicPr>
          <p:cNvPr id="40" name="Image 7" descr="/home/claude/resume-jd-matcher/presentation/icons_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8320" y="3895344"/>
            <a:ext cx="438912" cy="438912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9317736" y="4480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mode</a:t>
            </a:r>
            <a:endParaRPr lang="en-US" sz="1250" dirty="0"/>
          </a:p>
        </p:txBody>
      </p:sp>
      <p:sp>
        <p:nvSpPr>
          <p:cNvPr id="42" name="Text 32"/>
          <p:cNvSpPr/>
          <p:nvPr/>
        </p:nvSpPr>
        <p:spPr>
          <a:xfrm>
            <a:off x="9317736" y="4937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structured output</a:t>
            </a:r>
            <a:endParaRPr lang="en-US" sz="1000" dirty="0"/>
          </a:p>
        </p:txBody>
      </p:sp>
      <p:sp>
        <p:nvSpPr>
          <p:cNvPr id="43" name="Text 33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semantic skill matching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JD asks for “ML”, the resume says “Machine Learning”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4206240"/>
          </a:xfrm>
          <a:prstGeom prst="roundRect">
            <a:avLst>
              <a:gd name="adj" fmla="val 2609"/>
            </a:avLst>
          </a:prstGeom>
          <a:solidFill>
            <a:srgbClr val="FAECE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12B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match only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“ML” is not a substring of “Machine Learning”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counted as missing, unfairly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penalizes a candidate who actually qualifies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600200"/>
            <a:ext cx="5303520" cy="4206240"/>
          </a:xfrm>
          <a:prstGeom prst="roundRect">
            <a:avLst>
              <a:gd name="adj" fmla="val 2609"/>
            </a:avLst>
          </a:prstGeom>
          <a:solidFill>
            <a:srgbClr val="E1F5EE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50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 + semantic match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75120" y="22860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recognize “ML” and “Machine Learning” as equivalent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above threshold (0.62) counts as a match</a:t>
            </a:r>
            <a:endParaRPr lang="en-US" sz="14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correctly credits the candidate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score has to actually differentiate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5669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resume, two different job descriptions</a:t>
            </a:r>
            <a:endParaRPr lang="en-US" sz="16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backend-focused resume vs. a Backend Developer JD</a:t>
            </a:r>
            <a:endParaRPr lang="en-US" sz="16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resume vs. a Data Scientist JD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credible tool should score these very differently — not both "pretty good"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675120" y="1737360"/>
            <a:ext cx="2468880" cy="3566160"/>
          </a:xfrm>
          <a:prstGeom prst="roundRect">
            <a:avLst>
              <a:gd name="adj" fmla="val 4444"/>
            </a:avLst>
          </a:prstGeom>
          <a:solidFill>
            <a:srgbClr val="E1F5EE"/>
          </a:solidFill>
          <a:ln/>
        </p:spPr>
      </p:sp>
      <p:sp>
        <p:nvSpPr>
          <p:cNvPr id="5" name="Text 3"/>
          <p:cNvSpPr/>
          <p:nvPr/>
        </p:nvSpPr>
        <p:spPr>
          <a:xfrm>
            <a:off x="667512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50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JD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75120" y="30175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0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850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326880" y="1737360"/>
            <a:ext cx="2468880" cy="3566160"/>
          </a:xfrm>
          <a:prstGeom prst="roundRect">
            <a:avLst>
              <a:gd name="adj" fmla="val 4444"/>
            </a:avLst>
          </a:prstGeom>
          <a:solidFill>
            <a:srgbClr val="FAECE7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12B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Scientist JD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326880" y="30175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12B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712B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Specific, not generic, feedback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64240" cy="3931920"/>
          </a:xfrm>
          <a:prstGeom prst="roundRect">
            <a:avLst>
              <a:gd name="adj" fmla="val 2791"/>
            </a:avLst>
          </a:prstGeom>
          <a:solidFill>
            <a:srgbClr val="F5F6F7"/>
          </a:solidFill>
          <a:ln w="12700">
            <a:solidFill>
              <a:srgbClr val="E2E4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20240"/>
            <a:ext cx="10332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priority additions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Docker experience — you've used containerized deployments in your RAG chatbot project; make that explicit.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improvements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impact of your Django internship project (e.g. “reduced processing time by X%”).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B3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formatting tips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standard section headers (“Experience”, “Education”) so automated parsers read them correctly.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0F6E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2834640" y="20116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 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 passed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97680" y="150876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7" name="Image 0" descr="/home/claude/resume-jd-matcher/presentation/icons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8828" y="154990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892040" y="14630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PDF and DOCX resumes parse correctly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228600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0" name="Image 1" descr="/home/claude/resume-jd-matcher/presentation/icons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828" y="232714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892040" y="224028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and semantic skill matching both verified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4297680" y="306324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3" name="Image 2" descr="/home/claude/resume-jd-matcher/presentation/icons_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28" y="310438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301752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partial-credit scoring verified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4297680" y="384048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6" name="Image 3" descr="/home/claude/resume-jd-matcher/presentation/icons_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828" y="3881628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892040" y="379476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Strong-match and weak-match scores genuinely differ</a:t>
            </a:r>
            <a:endParaRPr lang="en-US" sz="1350" dirty="0"/>
          </a:p>
        </p:txBody>
      </p:sp>
      <p:sp>
        <p:nvSpPr>
          <p:cNvPr id="18" name="Shape 12"/>
          <p:cNvSpPr/>
          <p:nvPr/>
        </p:nvSpPr>
        <p:spPr>
          <a:xfrm>
            <a:off x="4297680" y="4617720"/>
            <a:ext cx="411480" cy="411480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9" name="Image 4" descr="/home/claude/resume-jd-matcher/presentation/icons_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8828" y="4658868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892040" y="457200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wiring verified end-to-end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5F6F7"/>
          </a:solidFill>
          <a:ln w="12700">
            <a:solidFill>
              <a:srgbClr val="E2E4E8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30632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screenshot 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4754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upload + JD input screen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89120" y="17373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5F6F7"/>
          </a:solidFill>
          <a:ln w="12700">
            <a:solidFill>
              <a:srgbClr val="E2E4E8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389120" y="30632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screenshot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4754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strong-match score + radar chart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0" y="173736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5F6F7"/>
          </a:solidFill>
          <a:ln w="12700">
            <a:solidFill>
              <a:srgbClr val="E2E4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8229600" y="30632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screenshot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0" y="47548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weak-match score + feedback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94360" cy="5943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4" name="Image 0" descr="/home/claude/resume-jd-matcher/presentation/icons_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613916"/>
            <a:ext cx="475488" cy="4754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25880" y="15087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phrasings of the same skill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325880" y="1892808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with exact-match-first, semantic-match-fallback skill comparison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0" y="1554480"/>
            <a:ext cx="594360" cy="5943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8" name="Image 1" descr="/home/claude/resume-jd-matcher/presentation/icons_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236" y="1613916"/>
            <a:ext cx="475488" cy="4754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178040" y="15087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the score explainable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178040" y="1892808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 decomposing it into four named, individually reported components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48640" y="3611880"/>
            <a:ext cx="594360" cy="5943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2" name="Image 2" descr="/home/claude/resume-jd-matcher/presentation/icons_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367131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35661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Estimating experience from free text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25880" y="3950208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 having the model estimate years from work-history dates directly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400800" y="3611880"/>
            <a:ext cx="594360" cy="5943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6" name="Image 3" descr="/home/claude/resume-jd-matcher/presentation/icons_chu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0236" y="3671316"/>
            <a:ext cx="475488" cy="4754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178040" y="35661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Avoiding generic, unhelpful feedback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7178040" y="3950208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 grounding the feedback prompt in the specific score breakdown and missing skills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4" name="Image 0" descr="/home/claude/resume-jd-matcher/presentation/icons_fu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7465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6916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similarity threshold against a labeled skill-pair benchmark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651760"/>
            <a:ext cx="548640" cy="548640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7" name="Image 1" descr="/home/claude/resume-jd-matcher/presentation/icons_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06624"/>
            <a:ext cx="438912" cy="43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26517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analysis of multiple resumes against one job description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40080" y="3611880"/>
            <a:ext cx="548640" cy="548640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0" name="Image 2" descr="/home/claude/resume-jd-matcher/presentation/icons_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66674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36118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structure/formatting analysis, not just content matching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40080" y="4572000"/>
            <a:ext cx="548640" cy="548640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3" name="Image 3" descr="/home/claude/resume-jd-matcher/presentation/icons_ch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626864"/>
            <a:ext cx="438912" cy="43891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45720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job descriptions directly from a URL instead of pasting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62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2026-07-30T08:51:59Z</dcterms:created>
  <dcterms:modified xsi:type="dcterms:W3CDTF">2026-07-30T08:51:59Z</dcterms:modified>
</cp:coreProperties>
</file>