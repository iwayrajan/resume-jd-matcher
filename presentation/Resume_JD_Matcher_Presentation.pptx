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965960"/>
            <a:ext cx="91440" cy="2377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92024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/ JD Matcher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31089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ATS-Style Scoring, Gap Analysis &amp; Actionable Feedback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108200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[Student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[Department, e.g. Computer Science and Engineering]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Year]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AI resume scores do not tell students which JD requirements they missed.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1100297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 of resume &amp; JD.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transparent score.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skill matching.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gap feedback.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score → generate (not RAG).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weights for viva defence.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score dashboard.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5" name="Image 0" descr="/home/rajank/projects/personal/collage projects/_academic-pack/assets/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 resume + pasted JD text.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55868" y="123444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9" name="Image 1" descr="/home/rajank/projects/personal/collage projects/_academic-pack/assets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468" y="155448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07428" y="160020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84468" y="233172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JSON structures skills/exp/edu.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365760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13" name="Image 2" descr="/home/rajank/projects/personal/collage projects/_academic-pack/assets/icons/sc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7764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02336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31520" y="475488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formula with embedding assist.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55868" y="365760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17" name="Image 3" descr="/home/rajank/projects/personal/collage projects/_academic-pack/assets/icons/repo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468" y="397764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07428" y="402336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484468" y="475488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list + non-fabricating suggestions.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/home/rajank/projects/personal/collage projects/_academic-pack/assets/icons/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3200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+ semantic skill checks.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and education components.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visible in UI.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Module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/home/rajank/projects/personal/collage projects/_academic-pack/assets/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3200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tied to detected gaps.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inventing false experience.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evidence already on the resume.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resume, paste JD.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 breakdown.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missing skills.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improvement tips.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skills match.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listed correctly.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errors handled.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8585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matching beats a single mysterious percentage.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429000"/>
            <a:ext cx="1100297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Multi-JD mode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calibration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965960"/>
            <a:ext cx="91440" cy="2377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28600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57200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·  [College Name]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/ JD Matcher</dc:title>
  <dc:subject>PptxGenJS Presentation</dc:subject>
  <dc:creator>[Student Name]</dc:creator>
  <cp:lastModifiedBy>[Student Name]</cp:lastModifiedBy>
  <cp:revision>1</cp:revision>
  <dcterms:created xsi:type="dcterms:W3CDTF">2026-10-22T09:00:51Z</dcterms:created>
  <dcterms:modified xsi:type="dcterms:W3CDTF">2026-10-22T09:00:51Z</dcterms:modified>
</cp:coreProperties>
</file>